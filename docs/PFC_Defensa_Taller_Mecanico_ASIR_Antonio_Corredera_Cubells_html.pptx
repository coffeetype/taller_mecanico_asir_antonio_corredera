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bject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ir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ir_modules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ta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o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raffic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clu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bjectives_g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